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832" autoAdjust="0"/>
    <p:restoredTop sz="94660"/>
  </p:normalViewPr>
  <p:slideViewPr>
    <p:cSldViewPr snapToGrid="0">
      <p:cViewPr varScale="1">
        <p:scale>
          <a:sx n="83" d="100"/>
          <a:sy n="83" d="100"/>
        </p:scale>
        <p:origin x="399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4A64A01-1C3E-390B-F1D1-540871F829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0F6F1FB-9798-D34B-0F45-5338388B88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0DD5A6D-28F4-96F1-3FA5-F2C6149CDA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14029-408E-4693-83E7-8DF6D48E0496}" type="datetimeFigureOut">
              <a:rPr lang="zh-CN" altLang="en-US" smtClean="0"/>
              <a:t>2026/3/5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475417F-A3AF-8A5F-05D1-B1ED81011B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5F97D3A-DDF2-EBD2-ECDC-D3D814DB57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BFDB5-20CA-4BEB-B698-9D991E0FE8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9566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8C30BCB-A2A4-01FA-C156-040DA082D0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B820D80-D2B3-CC6D-C394-2D8F0AB486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316901A-3379-10D3-988D-9A17B18BF0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14029-408E-4693-83E7-8DF6D48E0496}" type="datetimeFigureOut">
              <a:rPr lang="zh-CN" altLang="en-US" smtClean="0"/>
              <a:t>2026/3/5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2846D06-6314-7627-509C-679436D0B8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B196609-1A53-3541-E7B1-956B3E1AE0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BFDB5-20CA-4BEB-B698-9D991E0FE8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74331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7A52A17-E2B6-AC6C-BC45-C36D30A03B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BBF5930-D9DF-1127-7B88-11F1E6E21C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D494854-DEE0-464E-81BA-0C403C5E2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14029-408E-4693-83E7-8DF6D48E0496}" type="datetimeFigureOut">
              <a:rPr lang="zh-CN" altLang="en-US" smtClean="0"/>
              <a:t>2026/3/5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18F47D7-D52B-252A-10DD-F6CA0F2E73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93FCE36-CC27-37CA-EEF2-C6F4E3777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BFDB5-20CA-4BEB-B698-9D991E0FE8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87684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C4FA75-A0D4-0B89-010E-68C32730E0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AF6789B-6859-9753-EB2E-AE6B4E4B44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AB2E226-2034-D2BB-5766-F4DB96B69E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9C6C361-F514-DBC8-FC23-7B774AD217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14029-408E-4693-83E7-8DF6D48E0496}" type="datetimeFigureOut">
              <a:rPr lang="zh-CN" altLang="en-US" smtClean="0"/>
              <a:t>2026/3/5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D25B8A0-C3D5-516A-F242-8171FF59C3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70E8CD5-A792-2A5B-8B5C-EF34B4F41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BFDB5-20CA-4BEB-B698-9D991E0FE8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15281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CF9F9C-4CA4-30E1-888A-7609DF92FE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21B7CD9-324D-9FA3-7107-9B3A5A23F1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F331D36-0B23-DA7D-5EC8-8796BBCD54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537FC94-6AAC-8043-2A2B-07048BA7252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240FCC5-202A-51D5-BED0-A11C8FFD51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635A23B-1D51-4307-A5E9-2AFD130B08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14029-408E-4693-83E7-8DF6D48E0496}" type="datetimeFigureOut">
              <a:rPr lang="zh-CN" altLang="en-US" smtClean="0"/>
              <a:t>2026/3/5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66491B93-148A-8008-81CF-F9F607BFA3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37B46FC-DE4E-9CA8-5C35-37E8AB7264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BFDB5-20CA-4BEB-B698-9D991E0FE8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90046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C49A8B-015A-9A25-920A-11EB3F0C52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0E3B31C-73C1-0092-2508-13EEBFBE37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14029-408E-4693-83E7-8DF6D48E0496}" type="datetimeFigureOut">
              <a:rPr lang="zh-CN" altLang="en-US" smtClean="0"/>
              <a:t>2026/3/5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F6DB207-F0CF-93DB-D6C8-E0F4225CC1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DDB8824-E653-63B3-1055-60DFA5565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BFDB5-20CA-4BEB-B698-9D991E0FE8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85255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1E36C65-A13B-79A7-6BCA-17241409D3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14029-408E-4693-83E7-8DF6D48E0496}" type="datetimeFigureOut">
              <a:rPr lang="zh-CN" altLang="en-US" smtClean="0"/>
              <a:t>2026/3/5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E44D7CB-D081-DA6B-1D88-33960606AE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B3731F6-89FB-667C-3E94-5CF4F7BDF3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BFDB5-20CA-4BEB-B698-9D991E0FE8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52679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2F75D0C-2CAE-3DFF-251B-44679DBE73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A0C5556-92FB-1118-6013-305613A54E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D589E48-2F30-23A3-C5DB-16F6FC9B30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441C75A-2DF8-03A2-9135-95930E796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14029-408E-4693-83E7-8DF6D48E0496}" type="datetimeFigureOut">
              <a:rPr lang="zh-CN" altLang="en-US" smtClean="0"/>
              <a:t>2026/3/5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5819D65-2637-5182-4F4E-9C2878A5B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5DD931B-525E-F831-2491-9DB5E0D5B4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BFDB5-20CA-4BEB-B698-9D991E0FE8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70322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8815CA3-6CBF-27AE-F0B9-BC021CC0A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8881170-F7FA-9DAC-D9C9-F6E6DEF3D89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6A70172-F113-12C0-1A7E-6D1491FE8A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2FAEF4A-1A11-C7FC-A45F-A53782F18E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14029-408E-4693-83E7-8DF6D48E0496}" type="datetimeFigureOut">
              <a:rPr lang="zh-CN" altLang="en-US" smtClean="0"/>
              <a:t>2026/3/5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91F8178-8D72-845B-B019-E31E5E1117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AE6C25D-F9D1-E654-0AD7-A1EF38BDC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BFDB5-20CA-4BEB-B698-9D991E0FE8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20676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FFAE16-43BF-1AA1-2392-AA8E27612E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7A1E79F-27B9-CFC0-F8A9-CED019A474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E9651AD-AA2C-43E7-BE1D-7DDC8F5509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14029-408E-4693-83E7-8DF6D48E0496}" type="datetimeFigureOut">
              <a:rPr lang="zh-CN" altLang="en-US" smtClean="0"/>
              <a:t>2026/3/5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68DABF9-C901-F427-7CC4-1A6557660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B8899AE-7A17-018C-6768-AFA70498DE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BFDB5-20CA-4BEB-B698-9D991E0FE8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71541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04CAE95F-F685-9BDF-B010-6118F43C410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41C8A0E-F065-9E8D-FBD0-3F73678236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54E9352-24E0-AA39-E191-359BB399D9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14029-408E-4693-83E7-8DF6D48E0496}" type="datetimeFigureOut">
              <a:rPr lang="zh-CN" altLang="en-US" smtClean="0"/>
              <a:t>2026/3/5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87FA56B-C339-2F92-FC9F-94C7DB46F5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4835BBA-21A7-D63C-0574-3328A8BFD4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BFDB5-20CA-4BEB-B698-9D991E0FE8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02504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EF9B8B4-E1A4-9C07-C026-A7FB35F75F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73FF87E-69FB-85DD-6885-812C059966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2DFC1ED-0B61-F939-CB59-44DA7807C2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014029-408E-4693-83E7-8DF6D48E0496}" type="datetimeFigureOut">
              <a:rPr lang="zh-CN" altLang="en-US" smtClean="0"/>
              <a:t>2026/3/5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05038BF-0B15-61EA-814A-447A1D1C3B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EC6B354-0773-C158-A6B3-2E6FA9CB34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8BFDB5-20CA-4BEB-B698-9D991E0FE8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44306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8CCA085C-FB6B-4DC7-A7D3-6EF5EF190988}"/>
              </a:ext>
            </a:extLst>
          </p:cNvPr>
          <p:cNvSpPr txBox="1"/>
          <p:nvPr/>
        </p:nvSpPr>
        <p:spPr>
          <a:xfrm>
            <a:off x="2061222" y="816634"/>
            <a:ext cx="6671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test0</a:t>
            </a:r>
            <a:endParaRPr lang="zh-CN" altLang="en-US" dirty="0"/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DB2291F3-2A26-162D-1EFE-48A4449A1261}"/>
              </a:ext>
            </a:extLst>
          </p:cNvPr>
          <p:cNvCxnSpPr/>
          <p:nvPr/>
        </p:nvCxnSpPr>
        <p:spPr>
          <a:xfrm>
            <a:off x="1488524" y="4313207"/>
            <a:ext cx="892546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A4CB4180-AD1A-17D3-CFBF-CE5C2DA3B55D}"/>
              </a:ext>
            </a:extLst>
          </p:cNvPr>
          <p:cNvSpPr txBox="1"/>
          <p:nvPr/>
        </p:nvSpPr>
        <p:spPr>
          <a:xfrm>
            <a:off x="5313872" y="4456982"/>
            <a:ext cx="5501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450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6BC3DCE-590A-EDA2-F6E9-F936EB55A97F}"/>
              </a:ext>
            </a:extLst>
          </p:cNvPr>
          <p:cNvSpPr txBox="1"/>
          <p:nvPr/>
        </p:nvSpPr>
        <p:spPr>
          <a:xfrm>
            <a:off x="4548919" y="3523102"/>
            <a:ext cx="76495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Car21</a:t>
            </a:r>
          </a:p>
          <a:p>
            <a:r>
              <a:rPr lang="en-US" altLang="zh-CN" dirty="0"/>
              <a:t>200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669223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E4BAFEBD-A52B-3097-6F67-EF681320B0E3}"/>
              </a:ext>
            </a:extLst>
          </p:cNvPr>
          <p:cNvCxnSpPr>
            <a:cxnSpLocks/>
          </p:cNvCxnSpPr>
          <p:nvPr/>
        </p:nvCxnSpPr>
        <p:spPr>
          <a:xfrm>
            <a:off x="448574" y="3870385"/>
            <a:ext cx="1152489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4A163FF5-2616-7CED-1830-76005D4F605B}"/>
              </a:ext>
            </a:extLst>
          </p:cNvPr>
          <p:cNvSpPr txBox="1"/>
          <p:nvPr/>
        </p:nvSpPr>
        <p:spPr>
          <a:xfrm>
            <a:off x="5660868" y="4117676"/>
            <a:ext cx="5501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900</a:t>
            </a:r>
            <a:endParaRPr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367792F-693B-470B-0AC2-ED7122D06BAB}"/>
              </a:ext>
            </a:extLst>
          </p:cNvPr>
          <p:cNvSpPr txBox="1"/>
          <p:nvPr/>
        </p:nvSpPr>
        <p:spPr>
          <a:xfrm>
            <a:off x="4520242" y="3428997"/>
            <a:ext cx="5501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520</a:t>
            </a:r>
            <a:endParaRPr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E1DE7CD-43A5-A088-677E-35F77B2CD142}"/>
              </a:ext>
            </a:extLst>
          </p:cNvPr>
          <p:cNvSpPr txBox="1"/>
          <p:nvPr/>
        </p:nvSpPr>
        <p:spPr>
          <a:xfrm>
            <a:off x="5598544" y="3428997"/>
            <a:ext cx="5501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560</a:t>
            </a:r>
            <a:endParaRPr lang="zh-CN" alt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D172079-CF02-4149-7FA1-2C920B1DEBE1}"/>
              </a:ext>
            </a:extLst>
          </p:cNvPr>
          <p:cNvSpPr txBox="1"/>
          <p:nvPr/>
        </p:nvSpPr>
        <p:spPr>
          <a:xfrm>
            <a:off x="6527322" y="3428997"/>
            <a:ext cx="5501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600</a:t>
            </a:r>
            <a:endParaRPr lang="zh-CN" altLang="en-US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1E6B466-E98D-2483-616F-11E79724CCC3}"/>
              </a:ext>
            </a:extLst>
          </p:cNvPr>
          <p:cNvSpPr txBox="1"/>
          <p:nvPr/>
        </p:nvSpPr>
        <p:spPr>
          <a:xfrm>
            <a:off x="5070393" y="3059665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4-&gt;3</a:t>
            </a:r>
            <a:endParaRPr lang="zh-CN" altLang="en-US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4D730AFB-9EEF-2C7F-080F-5F45F812A7DF}"/>
              </a:ext>
            </a:extLst>
          </p:cNvPr>
          <p:cNvSpPr txBox="1"/>
          <p:nvPr/>
        </p:nvSpPr>
        <p:spPr>
          <a:xfrm>
            <a:off x="6000521" y="3059665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3-&gt;2</a:t>
            </a:r>
            <a:endParaRPr lang="zh-CN" altLang="en-US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3BE8FB8-1CE0-1186-E07C-53B129791EB2}"/>
              </a:ext>
            </a:extLst>
          </p:cNvPr>
          <p:cNvSpPr txBox="1"/>
          <p:nvPr/>
        </p:nvSpPr>
        <p:spPr>
          <a:xfrm>
            <a:off x="8010106" y="3428997"/>
            <a:ext cx="5501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720</a:t>
            </a:r>
            <a:endParaRPr lang="zh-CN" altLang="en-US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EE713DC5-00B2-26C9-BFEC-CC739F6905FC}"/>
              </a:ext>
            </a:extLst>
          </p:cNvPr>
          <p:cNvSpPr txBox="1"/>
          <p:nvPr/>
        </p:nvSpPr>
        <p:spPr>
          <a:xfrm>
            <a:off x="8852620" y="3428997"/>
            <a:ext cx="5501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750</a:t>
            </a:r>
            <a:endParaRPr lang="zh-CN" altLang="en-US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33C57080-E7FE-41DD-1F9F-C6C4A71D75DB}"/>
              </a:ext>
            </a:extLst>
          </p:cNvPr>
          <p:cNvSpPr txBox="1"/>
          <p:nvPr/>
        </p:nvSpPr>
        <p:spPr>
          <a:xfrm>
            <a:off x="8357625" y="3059665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2-&gt;4</a:t>
            </a:r>
            <a:endParaRPr lang="zh-CN" altLang="en-US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89F1577B-8559-27C3-EDA1-EEEFA0B578FF}"/>
              </a:ext>
            </a:extLst>
          </p:cNvPr>
          <p:cNvSpPr txBox="1"/>
          <p:nvPr/>
        </p:nvSpPr>
        <p:spPr>
          <a:xfrm>
            <a:off x="4274851" y="2583146"/>
            <a:ext cx="12618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Sign(3-&gt;2)</a:t>
            </a:r>
          </a:p>
          <a:p>
            <a:r>
              <a:rPr lang="en-US" altLang="zh-CN" dirty="0"/>
              <a:t>490</a:t>
            </a:r>
            <a:endParaRPr lang="zh-CN" altLang="en-US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08202BFC-573C-A174-B9E9-C6F6B86815FA}"/>
              </a:ext>
            </a:extLst>
          </p:cNvPr>
          <p:cNvSpPr txBox="1"/>
          <p:nvPr/>
        </p:nvSpPr>
        <p:spPr>
          <a:xfrm>
            <a:off x="2061222" y="816634"/>
            <a:ext cx="7889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test00</a:t>
            </a:r>
            <a:endParaRPr lang="zh-CN" altLang="en-US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E0F56A3-119E-6826-CEA1-319A38B7BCAD}"/>
              </a:ext>
            </a:extLst>
          </p:cNvPr>
          <p:cNvSpPr txBox="1"/>
          <p:nvPr/>
        </p:nvSpPr>
        <p:spPr>
          <a:xfrm>
            <a:off x="1569028" y="2080992"/>
            <a:ext cx="14141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Sign(60limit)</a:t>
            </a:r>
          </a:p>
          <a:p>
            <a:r>
              <a:rPr lang="en-US" altLang="zh-CN" dirty="0"/>
              <a:t>64</a:t>
            </a:r>
            <a:endParaRPr lang="zh-CN" altLang="en-US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A85B2EBA-0A8A-F36F-F355-139219988B17}"/>
              </a:ext>
            </a:extLst>
          </p:cNvPr>
          <p:cNvSpPr txBox="1"/>
          <p:nvPr/>
        </p:nvSpPr>
        <p:spPr>
          <a:xfrm>
            <a:off x="3643909" y="2054141"/>
            <a:ext cx="12618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Sign(200m)</a:t>
            </a:r>
          </a:p>
          <a:p>
            <a:r>
              <a:rPr lang="en-US" altLang="zh-CN" dirty="0"/>
              <a:t>400</a:t>
            </a:r>
            <a:endParaRPr lang="zh-CN" altLang="en-US" dirty="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881685D3-1E0E-D5D8-3E15-8022834CA64D}"/>
              </a:ext>
            </a:extLst>
          </p:cNvPr>
          <p:cNvSpPr txBox="1"/>
          <p:nvPr/>
        </p:nvSpPr>
        <p:spPr>
          <a:xfrm>
            <a:off x="5034606" y="2054141"/>
            <a:ext cx="14141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Sign(40limit)</a:t>
            </a:r>
          </a:p>
          <a:p>
            <a:r>
              <a:rPr lang="en-US" altLang="zh-CN" dirty="0"/>
              <a:t>520</a:t>
            </a:r>
            <a:endParaRPr lang="zh-CN" altLang="en-US" dirty="0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6353B403-56E0-9932-F64A-A8A8A830FD3C}"/>
              </a:ext>
            </a:extLst>
          </p:cNvPr>
          <p:cNvSpPr txBox="1"/>
          <p:nvPr/>
        </p:nvSpPr>
        <p:spPr>
          <a:xfrm>
            <a:off x="8706438" y="2212210"/>
            <a:ext cx="6142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Sign</a:t>
            </a:r>
          </a:p>
          <a:p>
            <a:r>
              <a:rPr lang="en-US" altLang="zh-CN" dirty="0"/>
              <a:t>760</a:t>
            </a:r>
            <a:endParaRPr lang="zh-CN" altLang="en-US" dirty="0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1210BEE5-F767-3478-59DF-89A30531D7EB}"/>
              </a:ext>
            </a:extLst>
          </p:cNvPr>
          <p:cNvSpPr txBox="1"/>
          <p:nvPr/>
        </p:nvSpPr>
        <p:spPr>
          <a:xfrm>
            <a:off x="9525948" y="2212209"/>
            <a:ext cx="14141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Sign(60limit)</a:t>
            </a:r>
          </a:p>
          <a:p>
            <a:r>
              <a:rPr lang="en-US" altLang="zh-CN" dirty="0"/>
              <a:t>771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389642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0589B177-04DD-A103-531B-75D575EC07D1}"/>
              </a:ext>
            </a:extLst>
          </p:cNvPr>
          <p:cNvSpPr txBox="1"/>
          <p:nvPr/>
        </p:nvSpPr>
        <p:spPr>
          <a:xfrm>
            <a:off x="2061222" y="816634"/>
            <a:ext cx="7889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test01</a:t>
            </a:r>
            <a:endParaRPr lang="zh-CN" altLang="en-US" dirty="0"/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089CAAAE-F3E9-BF72-7624-4B2FF823DCCD}"/>
              </a:ext>
            </a:extLst>
          </p:cNvPr>
          <p:cNvCxnSpPr>
            <a:cxnSpLocks/>
          </p:cNvCxnSpPr>
          <p:nvPr/>
        </p:nvCxnSpPr>
        <p:spPr>
          <a:xfrm>
            <a:off x="448574" y="3870385"/>
            <a:ext cx="1152489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>
            <a:extLst>
              <a:ext uri="{FF2B5EF4-FFF2-40B4-BE49-F238E27FC236}">
                <a16:creationId xmlns:a16="http://schemas.microsoft.com/office/drawing/2014/main" id="{F97A89E1-4337-CF0B-22A3-50B5E82FA5E0}"/>
              </a:ext>
            </a:extLst>
          </p:cNvPr>
          <p:cNvSpPr txBox="1"/>
          <p:nvPr/>
        </p:nvSpPr>
        <p:spPr>
          <a:xfrm>
            <a:off x="5210355" y="4157932"/>
            <a:ext cx="671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1290</a:t>
            </a:r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C42F636-2D86-EC57-9F3F-3C930E28E3A6}"/>
              </a:ext>
            </a:extLst>
          </p:cNvPr>
          <p:cNvSpPr txBox="1"/>
          <p:nvPr/>
        </p:nvSpPr>
        <p:spPr>
          <a:xfrm>
            <a:off x="1237996" y="3022063"/>
            <a:ext cx="10310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Cross</a:t>
            </a:r>
          </a:p>
          <a:p>
            <a:r>
              <a:rPr lang="en-US" altLang="zh-CN" dirty="0"/>
              <a:t>120-180</a:t>
            </a:r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91388DF-A1FE-52DE-9C16-FC76625A0BA8}"/>
              </a:ext>
            </a:extLst>
          </p:cNvPr>
          <p:cNvSpPr txBox="1"/>
          <p:nvPr/>
        </p:nvSpPr>
        <p:spPr>
          <a:xfrm>
            <a:off x="3487456" y="3022063"/>
            <a:ext cx="10310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Cross</a:t>
            </a:r>
          </a:p>
          <a:p>
            <a:r>
              <a:rPr lang="en-US" altLang="zh-CN" dirty="0"/>
              <a:t>728-794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74C5AD3-C1E6-4E87-40F9-FA0922FDD3F0}"/>
              </a:ext>
            </a:extLst>
          </p:cNvPr>
          <p:cNvSpPr txBox="1"/>
          <p:nvPr/>
        </p:nvSpPr>
        <p:spPr>
          <a:xfrm>
            <a:off x="5924274" y="3022063"/>
            <a:ext cx="10310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Bend</a:t>
            </a:r>
          </a:p>
          <a:p>
            <a:r>
              <a:rPr lang="en-US" altLang="zh-CN" dirty="0"/>
              <a:t>868-937</a:t>
            </a:r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58A690D-284F-979A-C6CE-EEFB33754CC2}"/>
              </a:ext>
            </a:extLst>
          </p:cNvPr>
          <p:cNvSpPr txBox="1"/>
          <p:nvPr/>
        </p:nvSpPr>
        <p:spPr>
          <a:xfrm>
            <a:off x="8279214" y="2999221"/>
            <a:ext cx="127470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Bend</a:t>
            </a:r>
          </a:p>
          <a:p>
            <a:r>
              <a:rPr lang="en-US" altLang="zh-CN" dirty="0"/>
              <a:t>1050-1132</a:t>
            </a:r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605A950-6522-D9C5-7AE8-37B0439A94BC}"/>
              </a:ext>
            </a:extLst>
          </p:cNvPr>
          <p:cNvSpPr txBox="1"/>
          <p:nvPr/>
        </p:nvSpPr>
        <p:spPr>
          <a:xfrm>
            <a:off x="7154167" y="2996345"/>
            <a:ext cx="9557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Straight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E72CC96-21B7-50DC-E588-57FE26CD9044}"/>
              </a:ext>
            </a:extLst>
          </p:cNvPr>
          <p:cNvSpPr txBox="1"/>
          <p:nvPr/>
        </p:nvSpPr>
        <p:spPr>
          <a:xfrm>
            <a:off x="623725" y="2358320"/>
            <a:ext cx="14141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Sign(60limit)</a:t>
            </a:r>
          </a:p>
          <a:p>
            <a:r>
              <a:rPr lang="en-US" altLang="zh-CN" dirty="0"/>
              <a:t>54</a:t>
            </a:r>
            <a:endParaRPr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3E06F8E-62EA-FA0B-A8AF-EB8953DE9E34}"/>
              </a:ext>
            </a:extLst>
          </p:cNvPr>
          <p:cNvSpPr txBox="1"/>
          <p:nvPr/>
        </p:nvSpPr>
        <p:spPr>
          <a:xfrm>
            <a:off x="4687843" y="2375732"/>
            <a:ext cx="6142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Sign</a:t>
            </a:r>
          </a:p>
          <a:p>
            <a:r>
              <a:rPr lang="en-US" altLang="zh-CN" dirty="0"/>
              <a:t>816</a:t>
            </a:r>
            <a:endParaRPr lang="zh-CN" alt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6648BD9-AC1A-3804-5A24-C6BFE7D3C9C7}"/>
              </a:ext>
            </a:extLst>
          </p:cNvPr>
          <p:cNvSpPr txBox="1"/>
          <p:nvPr/>
        </p:nvSpPr>
        <p:spPr>
          <a:xfrm>
            <a:off x="6011732" y="2375732"/>
            <a:ext cx="6142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Sign</a:t>
            </a:r>
          </a:p>
          <a:p>
            <a:r>
              <a:rPr lang="en-US" altLang="zh-CN" dirty="0"/>
              <a:t>860</a:t>
            </a:r>
            <a:endParaRPr lang="zh-CN" altLang="en-US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08BD9DE-8CBB-90C1-29A8-6E6F4B77A78B}"/>
              </a:ext>
            </a:extLst>
          </p:cNvPr>
          <p:cNvSpPr txBox="1"/>
          <p:nvPr/>
        </p:nvSpPr>
        <p:spPr>
          <a:xfrm>
            <a:off x="6695863" y="2375732"/>
            <a:ext cx="14141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Sign(40limit)</a:t>
            </a:r>
          </a:p>
          <a:p>
            <a:r>
              <a:rPr lang="en-US" altLang="zh-CN" dirty="0"/>
              <a:t>875</a:t>
            </a:r>
            <a:endParaRPr lang="zh-CN" altLang="en-US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53F2E771-1BFB-6B45-56CF-127DE4B7C527}"/>
              </a:ext>
            </a:extLst>
          </p:cNvPr>
          <p:cNvSpPr txBox="1"/>
          <p:nvPr/>
        </p:nvSpPr>
        <p:spPr>
          <a:xfrm>
            <a:off x="9424374" y="2375731"/>
            <a:ext cx="67197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Sign</a:t>
            </a:r>
          </a:p>
          <a:p>
            <a:r>
              <a:rPr lang="en-US" altLang="zh-CN" dirty="0"/>
              <a:t>1158</a:t>
            </a:r>
            <a:endParaRPr lang="zh-CN" altLang="en-US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9709ACB-22E9-B27E-0A23-9E2C7A9633A3}"/>
              </a:ext>
            </a:extLst>
          </p:cNvPr>
          <p:cNvSpPr txBox="1"/>
          <p:nvPr/>
        </p:nvSpPr>
        <p:spPr>
          <a:xfrm>
            <a:off x="10096353" y="2375730"/>
            <a:ext cx="14141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Sign(60limit)</a:t>
            </a:r>
          </a:p>
          <a:p>
            <a:r>
              <a:rPr lang="en-US" altLang="zh-CN" dirty="0"/>
              <a:t>1164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031440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>
            <a:extLst>
              <a:ext uri="{FF2B5EF4-FFF2-40B4-BE49-F238E27FC236}">
                <a16:creationId xmlns:a16="http://schemas.microsoft.com/office/drawing/2014/main" id="{D399E981-0043-8E43-F753-BB2627080A76}"/>
              </a:ext>
            </a:extLst>
          </p:cNvPr>
          <p:cNvCxnSpPr>
            <a:cxnSpLocks/>
          </p:cNvCxnSpPr>
          <p:nvPr/>
        </p:nvCxnSpPr>
        <p:spPr>
          <a:xfrm>
            <a:off x="448574" y="3870385"/>
            <a:ext cx="1152489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B57A4F50-4588-6148-3AE9-20B919ECA4CF}"/>
              </a:ext>
            </a:extLst>
          </p:cNvPr>
          <p:cNvSpPr txBox="1"/>
          <p:nvPr/>
        </p:nvSpPr>
        <p:spPr>
          <a:xfrm>
            <a:off x="2061222" y="816634"/>
            <a:ext cx="7889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test02</a:t>
            </a:r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5E4022E-B8FF-1A9F-E63D-3BDA2150C609}"/>
              </a:ext>
            </a:extLst>
          </p:cNvPr>
          <p:cNvSpPr txBox="1"/>
          <p:nvPr/>
        </p:nvSpPr>
        <p:spPr>
          <a:xfrm>
            <a:off x="5210355" y="4157932"/>
            <a:ext cx="5501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864</a:t>
            </a:r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78EC2A2-18DF-E1A4-D771-3B698B02DDDF}"/>
              </a:ext>
            </a:extLst>
          </p:cNvPr>
          <p:cNvSpPr txBox="1"/>
          <p:nvPr/>
        </p:nvSpPr>
        <p:spPr>
          <a:xfrm>
            <a:off x="650098" y="2963903"/>
            <a:ext cx="6142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Sign</a:t>
            </a:r>
          </a:p>
          <a:p>
            <a:r>
              <a:rPr lang="en-US" altLang="zh-CN" dirty="0"/>
              <a:t>12</a:t>
            </a:r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309B782-C837-F295-4FC1-87BF375F5311}"/>
              </a:ext>
            </a:extLst>
          </p:cNvPr>
          <p:cNvSpPr txBox="1"/>
          <p:nvPr/>
        </p:nvSpPr>
        <p:spPr>
          <a:xfrm>
            <a:off x="8010106" y="3428997"/>
            <a:ext cx="5501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668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4210408-C002-599C-7435-F8C7D353BC0C}"/>
              </a:ext>
            </a:extLst>
          </p:cNvPr>
          <p:cNvSpPr txBox="1"/>
          <p:nvPr/>
        </p:nvSpPr>
        <p:spPr>
          <a:xfrm>
            <a:off x="8852620" y="3428997"/>
            <a:ext cx="5501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697</a:t>
            </a:r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E0A4F2D-9061-6D25-966A-50CB63F91A5D}"/>
              </a:ext>
            </a:extLst>
          </p:cNvPr>
          <p:cNvSpPr txBox="1"/>
          <p:nvPr/>
        </p:nvSpPr>
        <p:spPr>
          <a:xfrm>
            <a:off x="8357625" y="3059665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2-&gt;4</a:t>
            </a:r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AB8B517-2B91-A07B-4C38-6858E03B8EF3}"/>
              </a:ext>
            </a:extLst>
          </p:cNvPr>
          <p:cNvSpPr txBox="1"/>
          <p:nvPr/>
        </p:nvSpPr>
        <p:spPr>
          <a:xfrm>
            <a:off x="6604000" y="3428997"/>
            <a:ext cx="5501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528</a:t>
            </a:r>
            <a:endParaRPr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F9691E8-64EC-6D22-DEAF-88C2E602E74A}"/>
              </a:ext>
            </a:extLst>
          </p:cNvPr>
          <p:cNvSpPr txBox="1"/>
          <p:nvPr/>
        </p:nvSpPr>
        <p:spPr>
          <a:xfrm>
            <a:off x="5820924" y="3428997"/>
            <a:ext cx="5501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492</a:t>
            </a:r>
            <a:endParaRPr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965C747-3FB7-0717-790D-37B340B9C167}"/>
              </a:ext>
            </a:extLst>
          </p:cNvPr>
          <p:cNvSpPr txBox="1"/>
          <p:nvPr/>
        </p:nvSpPr>
        <p:spPr>
          <a:xfrm>
            <a:off x="5060574" y="3428997"/>
            <a:ext cx="5501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455</a:t>
            </a:r>
            <a:endParaRPr lang="zh-CN" alt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13A7248-C353-DEA7-519D-03B2CF99E0B5}"/>
              </a:ext>
            </a:extLst>
          </p:cNvPr>
          <p:cNvSpPr txBox="1"/>
          <p:nvPr/>
        </p:nvSpPr>
        <p:spPr>
          <a:xfrm>
            <a:off x="6211151" y="3023637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3-&gt;2</a:t>
            </a:r>
            <a:endParaRPr lang="zh-CN" altLang="en-US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9E85173-49CC-1185-89D9-28BC1839A530}"/>
              </a:ext>
            </a:extLst>
          </p:cNvPr>
          <p:cNvSpPr txBox="1"/>
          <p:nvPr/>
        </p:nvSpPr>
        <p:spPr>
          <a:xfrm>
            <a:off x="5431512" y="3059665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4-&gt;3</a:t>
            </a:r>
            <a:endParaRPr lang="zh-CN" altLang="en-US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CBC97D44-EBB8-7E03-C0C8-D357E61944C6}"/>
              </a:ext>
            </a:extLst>
          </p:cNvPr>
          <p:cNvSpPr txBox="1"/>
          <p:nvPr/>
        </p:nvSpPr>
        <p:spPr>
          <a:xfrm>
            <a:off x="2174958" y="2963902"/>
            <a:ext cx="6142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Sign</a:t>
            </a:r>
          </a:p>
          <a:p>
            <a:r>
              <a:rPr lang="en-US" altLang="zh-CN" dirty="0"/>
              <a:t>218</a:t>
            </a:r>
            <a:endParaRPr lang="zh-CN" altLang="en-US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97CBCBA-1661-25FC-0EE3-D3FF78AD4064}"/>
              </a:ext>
            </a:extLst>
          </p:cNvPr>
          <p:cNvSpPr txBox="1"/>
          <p:nvPr/>
        </p:nvSpPr>
        <p:spPr>
          <a:xfrm>
            <a:off x="4140680" y="2533996"/>
            <a:ext cx="133997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Sign(200m)</a:t>
            </a:r>
          </a:p>
          <a:p>
            <a:r>
              <a:rPr lang="en-US" altLang="zh-CN" dirty="0"/>
              <a:t>255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02149E1D-C68B-D834-4950-48683F93F248}"/>
              </a:ext>
            </a:extLst>
          </p:cNvPr>
          <p:cNvSpPr txBox="1"/>
          <p:nvPr/>
        </p:nvSpPr>
        <p:spPr>
          <a:xfrm>
            <a:off x="5307251" y="2533995"/>
            <a:ext cx="144884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Sign(40limit)</a:t>
            </a:r>
          </a:p>
          <a:p>
            <a:r>
              <a:rPr lang="en-US" altLang="zh-CN" dirty="0"/>
              <a:t>455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C84FEDE-426D-0A82-886B-D659E3115000}"/>
              </a:ext>
            </a:extLst>
          </p:cNvPr>
          <p:cNvSpPr txBox="1"/>
          <p:nvPr/>
        </p:nvSpPr>
        <p:spPr>
          <a:xfrm>
            <a:off x="10258726" y="2533994"/>
            <a:ext cx="144884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Sign(60limit)</a:t>
            </a:r>
          </a:p>
          <a:p>
            <a:r>
              <a:rPr lang="en-US" altLang="zh-CN" dirty="0"/>
              <a:t>736</a:t>
            </a:r>
          </a:p>
        </p:txBody>
      </p:sp>
    </p:spTree>
    <p:extLst>
      <p:ext uri="{BB962C8B-B14F-4D97-AF65-F5344CB8AC3E}">
        <p14:creationId xmlns:p14="http://schemas.microsoft.com/office/powerpoint/2010/main" val="32470486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143125"/>
            <a:ext cx="12192000" cy="257175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637030" y="166306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test0</a:t>
            </a:r>
          </a:p>
        </p:txBody>
      </p:sp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26385"/>
            <a:ext cx="12192000" cy="120523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694180" y="241109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test00</a:t>
            </a:r>
          </a:p>
        </p:txBody>
      </p:sp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433320"/>
            <a:ext cx="12192000" cy="199072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694180" y="241109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test01</a:t>
            </a:r>
          </a:p>
        </p:txBody>
      </p:sp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71320"/>
            <a:ext cx="12192000" cy="351536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417955" y="99187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test02</a:t>
            </a: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</TotalTime>
  <Words>120</Words>
  <Application>Microsoft Office PowerPoint</Application>
  <PresentationFormat>宽屏</PresentationFormat>
  <Paragraphs>73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2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Yecheng Lv</dc:creator>
  <cp:lastModifiedBy>Yecheng Lv</cp:lastModifiedBy>
  <cp:revision>2</cp:revision>
  <dcterms:created xsi:type="dcterms:W3CDTF">2026-03-05T11:09:18Z</dcterms:created>
  <dcterms:modified xsi:type="dcterms:W3CDTF">2026-03-05T12:43:20Z</dcterms:modified>
</cp:coreProperties>
</file>